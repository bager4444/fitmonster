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Презентаци</a:t>
            </a:r>
            <a:r>
              <a:rPr lang="ru-RU" dirty="0" smtClean="0"/>
              <a:t> </a:t>
            </a:r>
            <a:r>
              <a:rPr lang="en-US" dirty="0" err="1" smtClean="0"/>
              <a:t>Fitmonster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Ученики 8ю класса</a:t>
            </a:r>
          </a:p>
          <a:p>
            <a:r>
              <a:rPr lang="ru-RU" dirty="0" err="1" smtClean="0"/>
              <a:t>Нужин</a:t>
            </a:r>
            <a:r>
              <a:rPr lang="ru-RU" dirty="0" smtClean="0"/>
              <a:t> Егор </a:t>
            </a:r>
          </a:p>
          <a:p>
            <a:r>
              <a:rPr lang="ru-RU" dirty="0" smtClean="0"/>
              <a:t>Забелин Виктор</a:t>
            </a:r>
          </a:p>
        </p:txBody>
      </p:sp>
    </p:spTree>
    <p:extLst>
      <p:ext uri="{BB962C8B-B14F-4D97-AF65-F5344CB8AC3E}">
        <p14:creationId xmlns:p14="http://schemas.microsoft.com/office/powerpoint/2010/main" val="179051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8840" y="189452"/>
            <a:ext cx="11081856" cy="1143000"/>
          </a:xfrm>
        </p:spPr>
        <p:txBody>
          <a:bodyPr/>
          <a:lstStyle/>
          <a:p>
            <a:r>
              <a:rPr lang="ru-RU" dirty="0" err="1" smtClean="0"/>
              <a:t>ИдеЯ</a:t>
            </a:r>
            <a:r>
              <a:rPr lang="ru-RU" dirty="0" smtClean="0"/>
              <a:t> и проблема 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8839" y="1392882"/>
            <a:ext cx="11081857" cy="4924028"/>
          </a:xfrm>
        </p:spPr>
        <p:txBody>
          <a:bodyPr/>
          <a:lstStyle/>
          <a:p>
            <a:r>
              <a:rPr lang="ru-RU" dirty="0" smtClean="0"/>
              <a:t>В середине Июля пришла проблема и идея решить её</a:t>
            </a:r>
          </a:p>
          <a:p>
            <a:r>
              <a:rPr lang="ru-RU" dirty="0" smtClean="0"/>
              <a:t>В сентябре начали решать за счет приложения </a:t>
            </a:r>
            <a:r>
              <a:rPr lang="en-US" dirty="0" err="1" smtClean="0"/>
              <a:t>Fit</a:t>
            </a:r>
            <a:r>
              <a:rPr lang="en-US" dirty="0" err="1"/>
              <a:t>M</a:t>
            </a:r>
            <a:r>
              <a:rPr lang="en-US" dirty="0" err="1" smtClean="0"/>
              <a:t>onster</a:t>
            </a:r>
            <a:r>
              <a:rPr lang="en-US" dirty="0" smtClean="0"/>
              <a:t> </a:t>
            </a:r>
            <a:r>
              <a:rPr lang="ru-RU" dirty="0" smtClean="0"/>
              <a:t>после изучения рынка </a:t>
            </a:r>
          </a:p>
          <a:p>
            <a:r>
              <a:rPr lang="ru-RU" dirty="0" smtClean="0"/>
              <a:t>Проблема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Если вы хотели зан</a:t>
            </a:r>
            <a:r>
              <a:rPr lang="ru-RU" dirty="0"/>
              <a:t>я</a:t>
            </a:r>
            <a:r>
              <a:rPr lang="ru-RU" dirty="0" smtClean="0"/>
              <a:t>ться спортом или улучшить фигуру то начинали делать упражнения сами или записывались в фитнес зал за большие деньги, а также после фитнеса хочется просто сесть на диван а не идти домой, и вот решение </a:t>
            </a:r>
            <a:r>
              <a:rPr lang="en-US" dirty="0" err="1" smtClean="0"/>
              <a:t>FitMonster</a:t>
            </a:r>
            <a:r>
              <a:rPr lang="en-US" dirty="0" smtClean="0"/>
              <a:t> </a:t>
            </a:r>
            <a:r>
              <a:rPr lang="ru-RU" dirty="0" smtClean="0"/>
              <a:t>приложение решающее ваши проблемы, дающие более чем минимальный уровень выполнения упражнений за цену в 0 рублей, перва</a:t>
            </a:r>
            <a:r>
              <a:rPr lang="ru-RU" dirty="0"/>
              <a:t>я</a:t>
            </a:r>
            <a:r>
              <a:rPr lang="ru-RU" dirty="0" smtClean="0"/>
              <a:t> верси</a:t>
            </a:r>
            <a:r>
              <a:rPr lang="ru-RU" dirty="0"/>
              <a:t>я</a:t>
            </a:r>
            <a:r>
              <a:rPr lang="ru-RU" dirty="0" smtClean="0"/>
              <a:t> написана </a:t>
            </a:r>
            <a:r>
              <a:rPr lang="ru-RU" dirty="0" err="1" smtClean="0"/>
              <a:t>нейросетью</a:t>
            </a:r>
            <a:r>
              <a:rPr lang="ru-RU" dirty="0" smtClean="0"/>
              <a:t> дл</a:t>
            </a:r>
            <a:r>
              <a:rPr lang="ru-RU" dirty="0"/>
              <a:t>я</a:t>
            </a:r>
            <a:r>
              <a:rPr lang="ru-RU" dirty="0" smtClean="0"/>
              <a:t> упрощения процесса написания кода (последующие версии будут писаться так и </a:t>
            </a:r>
            <a:r>
              <a:rPr lang="ru-RU" dirty="0" err="1" smtClean="0"/>
              <a:t>нейросетью</a:t>
            </a:r>
            <a:r>
              <a:rPr lang="ru-RU" dirty="0" smtClean="0"/>
              <a:t>(простые вещи которые можно позволить писать </a:t>
            </a:r>
            <a:r>
              <a:rPr lang="ru-RU" dirty="0" err="1" smtClean="0"/>
              <a:t>нейросетью</a:t>
            </a:r>
            <a:r>
              <a:rPr lang="ru-RU" dirty="0" smtClean="0"/>
              <a:t>) а сложные вещи как граф будут писатьс</a:t>
            </a:r>
            <a:r>
              <a:rPr lang="ru-RU" dirty="0"/>
              <a:t>я</a:t>
            </a:r>
            <a:r>
              <a:rPr lang="ru-RU" dirty="0" smtClean="0"/>
              <a:t> руками на зыке </a:t>
            </a:r>
            <a:r>
              <a:rPr lang="ru-RU" dirty="0" err="1" smtClean="0"/>
              <a:t>дарт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200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приложении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Используя систему графов приложение определяет точность выполнения упражнений и за счет системы достижений повышается мотивация а также удобный интерфейс облегчает работу с приложением.</a:t>
            </a:r>
          </a:p>
        </p:txBody>
      </p:sp>
    </p:spTree>
    <p:extLst>
      <p:ext uri="{BB962C8B-B14F-4D97-AF65-F5344CB8AC3E}">
        <p14:creationId xmlns:p14="http://schemas.microsoft.com/office/powerpoint/2010/main" val="111691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311619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</TotalTime>
  <Words>154</Words>
  <Application>Microsoft Office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Сектор</vt:lpstr>
      <vt:lpstr>Презентаци Fitmonster</vt:lpstr>
      <vt:lpstr>ИдеЯ и проблема </vt:lpstr>
      <vt:lpstr>О приложении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 Fitmonster</dc:title>
  <dc:creator>user</dc:creator>
  <cp:lastModifiedBy>user</cp:lastModifiedBy>
  <cp:revision>4</cp:revision>
  <dcterms:created xsi:type="dcterms:W3CDTF">2026-01-28T16:22:46Z</dcterms:created>
  <dcterms:modified xsi:type="dcterms:W3CDTF">2026-01-28T16:56:22Z</dcterms:modified>
</cp:coreProperties>
</file>